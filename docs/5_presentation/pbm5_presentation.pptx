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371383-BEC8-F160-9C72-3B9B063FEBAC}" v="18" dt="2025-09-11T04:28:59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3"/>
    <p:restoredTop sz="94718"/>
  </p:normalViewPr>
  <p:slideViewPr>
    <p:cSldViewPr snapToGrid="0">
      <p:cViewPr varScale="1">
        <p:scale>
          <a:sx n="120" d="100"/>
          <a:sy n="12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9C22A6-1954-4B30-9DB2-C66FDAC2E75F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FC70DE-2625-4552-8FD9-49AFD8096448}">
      <dgm:prSet/>
      <dgm:spPr/>
      <dgm:t>
        <a:bodyPr/>
        <a:lstStyle/>
        <a:p>
          <a:r>
            <a:rPr lang="en-GB"/>
            <a:t>Introduction</a:t>
          </a:r>
          <a:endParaRPr lang="en-US"/>
        </a:p>
      </dgm:t>
    </dgm:pt>
    <dgm:pt modelId="{9FA4F046-F026-4094-99B1-00832E9BCB30}" type="parTrans" cxnId="{641E3CA6-D010-4BDE-B7BB-014BFA044551}">
      <dgm:prSet/>
      <dgm:spPr/>
      <dgm:t>
        <a:bodyPr/>
        <a:lstStyle/>
        <a:p>
          <a:endParaRPr lang="en-US"/>
        </a:p>
      </dgm:t>
    </dgm:pt>
    <dgm:pt modelId="{36A80E71-C2E1-4738-9746-A21BF2100C32}" type="sibTrans" cxnId="{641E3CA6-D010-4BDE-B7BB-014BFA044551}">
      <dgm:prSet/>
      <dgm:spPr/>
      <dgm:t>
        <a:bodyPr/>
        <a:lstStyle/>
        <a:p>
          <a:endParaRPr lang="en-US"/>
        </a:p>
      </dgm:t>
    </dgm:pt>
    <dgm:pt modelId="{D65F930F-DAC8-45AE-978B-CA6F5E682055}">
      <dgm:prSet/>
      <dgm:spPr/>
      <dgm:t>
        <a:bodyPr/>
        <a:lstStyle/>
        <a:p>
          <a:r>
            <a:rPr lang="en-GB"/>
            <a:t>Features</a:t>
          </a:r>
          <a:endParaRPr lang="en-US"/>
        </a:p>
      </dgm:t>
    </dgm:pt>
    <dgm:pt modelId="{B16BAD62-D833-44CB-A937-E00765904686}" type="parTrans" cxnId="{CFBC6CB3-71EF-4AF1-B57C-0DC46EDD49E6}">
      <dgm:prSet/>
      <dgm:spPr/>
      <dgm:t>
        <a:bodyPr/>
        <a:lstStyle/>
        <a:p>
          <a:endParaRPr lang="en-US"/>
        </a:p>
      </dgm:t>
    </dgm:pt>
    <dgm:pt modelId="{510499D1-113A-493C-895C-5079E83D4CF5}" type="sibTrans" cxnId="{CFBC6CB3-71EF-4AF1-B57C-0DC46EDD49E6}">
      <dgm:prSet/>
      <dgm:spPr/>
      <dgm:t>
        <a:bodyPr/>
        <a:lstStyle/>
        <a:p>
          <a:endParaRPr lang="en-US"/>
        </a:p>
      </dgm:t>
    </dgm:pt>
    <dgm:pt modelId="{077CE4A5-88D5-45DB-8943-90EE5DD92504}">
      <dgm:prSet/>
      <dgm:spPr/>
      <dgm:t>
        <a:bodyPr/>
        <a:lstStyle/>
        <a:p>
          <a:r>
            <a:rPr lang="en-GB"/>
            <a:t>Tech stack</a:t>
          </a:r>
          <a:endParaRPr lang="en-US"/>
        </a:p>
      </dgm:t>
    </dgm:pt>
    <dgm:pt modelId="{1744C749-F61A-4140-BF0B-4E0E9BEE544F}" type="parTrans" cxnId="{A9B18F4D-CFAF-4B5E-A28F-1CC5D1ECB359}">
      <dgm:prSet/>
      <dgm:spPr/>
      <dgm:t>
        <a:bodyPr/>
        <a:lstStyle/>
        <a:p>
          <a:endParaRPr lang="en-US"/>
        </a:p>
      </dgm:t>
    </dgm:pt>
    <dgm:pt modelId="{2FE80C3B-F8D2-40D5-8009-A3F5C474B912}" type="sibTrans" cxnId="{A9B18F4D-CFAF-4B5E-A28F-1CC5D1ECB359}">
      <dgm:prSet/>
      <dgm:spPr/>
      <dgm:t>
        <a:bodyPr/>
        <a:lstStyle/>
        <a:p>
          <a:endParaRPr lang="en-US"/>
        </a:p>
      </dgm:t>
    </dgm:pt>
    <dgm:pt modelId="{DCD7E6F0-A936-422C-8F96-E1F87A1B2A0C}">
      <dgm:prSet/>
      <dgm:spPr/>
      <dgm:t>
        <a:bodyPr/>
        <a:lstStyle/>
        <a:p>
          <a:r>
            <a:rPr lang="en-GB"/>
            <a:t>System overview and user journey</a:t>
          </a:r>
          <a:endParaRPr lang="en-US"/>
        </a:p>
      </dgm:t>
    </dgm:pt>
    <dgm:pt modelId="{16EFA873-8A33-4D38-96FA-49B8A3CA9560}" type="parTrans" cxnId="{940D1A0A-8866-4A20-A59D-0952A9FC1CDF}">
      <dgm:prSet/>
      <dgm:spPr/>
      <dgm:t>
        <a:bodyPr/>
        <a:lstStyle/>
        <a:p>
          <a:endParaRPr lang="en-US"/>
        </a:p>
      </dgm:t>
    </dgm:pt>
    <dgm:pt modelId="{22243F4A-D60E-4754-A19D-A58BB832C6A2}" type="sibTrans" cxnId="{940D1A0A-8866-4A20-A59D-0952A9FC1CDF}">
      <dgm:prSet/>
      <dgm:spPr/>
      <dgm:t>
        <a:bodyPr/>
        <a:lstStyle/>
        <a:p>
          <a:endParaRPr lang="en-US"/>
        </a:p>
      </dgm:t>
    </dgm:pt>
    <dgm:pt modelId="{5A02C9F4-BC16-4E7C-9476-27D4CBE5A7B7}" type="pres">
      <dgm:prSet presAssocID="{1D9C22A6-1954-4B30-9DB2-C66FDAC2E75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BE1E953-BC37-43D8-888A-3E66447BBC82}" type="pres">
      <dgm:prSet presAssocID="{63FC70DE-2625-4552-8FD9-49AFD8096448}" presName="hierRoot1" presStyleCnt="0"/>
      <dgm:spPr/>
    </dgm:pt>
    <dgm:pt modelId="{947C4C8C-E9BA-4BB2-B809-B25CA9D09000}" type="pres">
      <dgm:prSet presAssocID="{63FC70DE-2625-4552-8FD9-49AFD8096448}" presName="composite" presStyleCnt="0"/>
      <dgm:spPr/>
    </dgm:pt>
    <dgm:pt modelId="{D1E7A72C-4F7D-4231-8274-E25E6082813E}" type="pres">
      <dgm:prSet presAssocID="{63FC70DE-2625-4552-8FD9-49AFD8096448}" presName="background" presStyleLbl="node0" presStyleIdx="0" presStyleCnt="4"/>
      <dgm:spPr/>
    </dgm:pt>
    <dgm:pt modelId="{BC577AE5-6BAC-4C59-BA36-F27A71CE486E}" type="pres">
      <dgm:prSet presAssocID="{63FC70DE-2625-4552-8FD9-49AFD8096448}" presName="text" presStyleLbl="fgAcc0" presStyleIdx="0" presStyleCnt="4">
        <dgm:presLayoutVars>
          <dgm:chPref val="3"/>
        </dgm:presLayoutVars>
      </dgm:prSet>
      <dgm:spPr/>
    </dgm:pt>
    <dgm:pt modelId="{105DCE94-6C34-46F8-8670-912FD7DF8ECD}" type="pres">
      <dgm:prSet presAssocID="{63FC70DE-2625-4552-8FD9-49AFD8096448}" presName="hierChild2" presStyleCnt="0"/>
      <dgm:spPr/>
    </dgm:pt>
    <dgm:pt modelId="{289E2969-52AC-445A-80E3-7012BB39C9C2}" type="pres">
      <dgm:prSet presAssocID="{D65F930F-DAC8-45AE-978B-CA6F5E682055}" presName="hierRoot1" presStyleCnt="0"/>
      <dgm:spPr/>
    </dgm:pt>
    <dgm:pt modelId="{E2D0D3D4-10F3-488C-B641-77EC59D4D657}" type="pres">
      <dgm:prSet presAssocID="{D65F930F-DAC8-45AE-978B-CA6F5E682055}" presName="composite" presStyleCnt="0"/>
      <dgm:spPr/>
    </dgm:pt>
    <dgm:pt modelId="{06F7F327-ADA4-492C-A78E-A16836B42266}" type="pres">
      <dgm:prSet presAssocID="{D65F930F-DAC8-45AE-978B-CA6F5E682055}" presName="background" presStyleLbl="node0" presStyleIdx="1" presStyleCnt="4"/>
      <dgm:spPr/>
    </dgm:pt>
    <dgm:pt modelId="{FBB60552-1CB6-42EF-BCAE-2A50BD5C5012}" type="pres">
      <dgm:prSet presAssocID="{D65F930F-DAC8-45AE-978B-CA6F5E682055}" presName="text" presStyleLbl="fgAcc0" presStyleIdx="1" presStyleCnt="4">
        <dgm:presLayoutVars>
          <dgm:chPref val="3"/>
        </dgm:presLayoutVars>
      </dgm:prSet>
      <dgm:spPr/>
    </dgm:pt>
    <dgm:pt modelId="{BB68B7C3-8B8E-46AB-A768-BE09908537C3}" type="pres">
      <dgm:prSet presAssocID="{D65F930F-DAC8-45AE-978B-CA6F5E682055}" presName="hierChild2" presStyleCnt="0"/>
      <dgm:spPr/>
    </dgm:pt>
    <dgm:pt modelId="{CB900299-7638-4AA2-990C-AE78DBF4C732}" type="pres">
      <dgm:prSet presAssocID="{077CE4A5-88D5-45DB-8943-90EE5DD92504}" presName="hierRoot1" presStyleCnt="0"/>
      <dgm:spPr/>
    </dgm:pt>
    <dgm:pt modelId="{2253C6D5-3E84-45C5-80BA-6A8CB7AE7DCE}" type="pres">
      <dgm:prSet presAssocID="{077CE4A5-88D5-45DB-8943-90EE5DD92504}" presName="composite" presStyleCnt="0"/>
      <dgm:spPr/>
    </dgm:pt>
    <dgm:pt modelId="{DCEADD20-986C-4A5C-A17C-29091754A061}" type="pres">
      <dgm:prSet presAssocID="{077CE4A5-88D5-45DB-8943-90EE5DD92504}" presName="background" presStyleLbl="node0" presStyleIdx="2" presStyleCnt="4"/>
      <dgm:spPr/>
    </dgm:pt>
    <dgm:pt modelId="{D087B9EE-06AB-468E-B734-E4B9FF90160B}" type="pres">
      <dgm:prSet presAssocID="{077CE4A5-88D5-45DB-8943-90EE5DD92504}" presName="text" presStyleLbl="fgAcc0" presStyleIdx="2" presStyleCnt="4">
        <dgm:presLayoutVars>
          <dgm:chPref val="3"/>
        </dgm:presLayoutVars>
      </dgm:prSet>
      <dgm:spPr/>
    </dgm:pt>
    <dgm:pt modelId="{BFD61DE5-39C5-4EDF-9443-13C85199580E}" type="pres">
      <dgm:prSet presAssocID="{077CE4A5-88D5-45DB-8943-90EE5DD92504}" presName="hierChild2" presStyleCnt="0"/>
      <dgm:spPr/>
    </dgm:pt>
    <dgm:pt modelId="{9B314AC5-42C6-4DFB-8026-75DA59BEAFEA}" type="pres">
      <dgm:prSet presAssocID="{DCD7E6F0-A936-422C-8F96-E1F87A1B2A0C}" presName="hierRoot1" presStyleCnt="0"/>
      <dgm:spPr/>
    </dgm:pt>
    <dgm:pt modelId="{C9AA8902-CC03-489D-AA5F-DB5E98487A65}" type="pres">
      <dgm:prSet presAssocID="{DCD7E6F0-A936-422C-8F96-E1F87A1B2A0C}" presName="composite" presStyleCnt="0"/>
      <dgm:spPr/>
    </dgm:pt>
    <dgm:pt modelId="{4FD29378-BF8B-4719-B3E2-76B2FCD19D73}" type="pres">
      <dgm:prSet presAssocID="{DCD7E6F0-A936-422C-8F96-E1F87A1B2A0C}" presName="background" presStyleLbl="node0" presStyleIdx="3" presStyleCnt="4"/>
      <dgm:spPr/>
    </dgm:pt>
    <dgm:pt modelId="{74700B74-B295-41AD-BD29-2C6271C4E72C}" type="pres">
      <dgm:prSet presAssocID="{DCD7E6F0-A936-422C-8F96-E1F87A1B2A0C}" presName="text" presStyleLbl="fgAcc0" presStyleIdx="3" presStyleCnt="4">
        <dgm:presLayoutVars>
          <dgm:chPref val="3"/>
        </dgm:presLayoutVars>
      </dgm:prSet>
      <dgm:spPr/>
    </dgm:pt>
    <dgm:pt modelId="{72F5D041-B2A7-4677-877E-F1A51D056D82}" type="pres">
      <dgm:prSet presAssocID="{DCD7E6F0-A936-422C-8F96-E1F87A1B2A0C}" presName="hierChild2" presStyleCnt="0"/>
      <dgm:spPr/>
    </dgm:pt>
  </dgm:ptLst>
  <dgm:cxnLst>
    <dgm:cxn modelId="{940D1A0A-8866-4A20-A59D-0952A9FC1CDF}" srcId="{1D9C22A6-1954-4B30-9DB2-C66FDAC2E75F}" destId="{DCD7E6F0-A936-422C-8F96-E1F87A1B2A0C}" srcOrd="3" destOrd="0" parTransId="{16EFA873-8A33-4D38-96FA-49B8A3CA9560}" sibTransId="{22243F4A-D60E-4754-A19D-A58BB832C6A2}"/>
    <dgm:cxn modelId="{9E01E735-C0CF-49DF-BD09-323D137FAFBE}" type="presOf" srcId="{63FC70DE-2625-4552-8FD9-49AFD8096448}" destId="{BC577AE5-6BAC-4C59-BA36-F27A71CE486E}" srcOrd="0" destOrd="0" presId="urn:microsoft.com/office/officeart/2005/8/layout/hierarchy1"/>
    <dgm:cxn modelId="{A9B18F4D-CFAF-4B5E-A28F-1CC5D1ECB359}" srcId="{1D9C22A6-1954-4B30-9DB2-C66FDAC2E75F}" destId="{077CE4A5-88D5-45DB-8943-90EE5DD92504}" srcOrd="2" destOrd="0" parTransId="{1744C749-F61A-4140-BF0B-4E0E9BEE544F}" sibTransId="{2FE80C3B-F8D2-40D5-8009-A3F5C474B912}"/>
    <dgm:cxn modelId="{DFE8196F-F692-4286-A8FD-796CA9598EEB}" type="presOf" srcId="{1D9C22A6-1954-4B30-9DB2-C66FDAC2E75F}" destId="{5A02C9F4-BC16-4E7C-9476-27D4CBE5A7B7}" srcOrd="0" destOrd="0" presId="urn:microsoft.com/office/officeart/2005/8/layout/hierarchy1"/>
    <dgm:cxn modelId="{641E3CA6-D010-4BDE-B7BB-014BFA044551}" srcId="{1D9C22A6-1954-4B30-9DB2-C66FDAC2E75F}" destId="{63FC70DE-2625-4552-8FD9-49AFD8096448}" srcOrd="0" destOrd="0" parTransId="{9FA4F046-F026-4094-99B1-00832E9BCB30}" sibTransId="{36A80E71-C2E1-4738-9746-A21BF2100C32}"/>
    <dgm:cxn modelId="{D74AA3AD-FED7-4E87-8D2B-0B2E410A39C1}" type="presOf" srcId="{077CE4A5-88D5-45DB-8943-90EE5DD92504}" destId="{D087B9EE-06AB-468E-B734-E4B9FF90160B}" srcOrd="0" destOrd="0" presId="urn:microsoft.com/office/officeart/2005/8/layout/hierarchy1"/>
    <dgm:cxn modelId="{AA6F1CB1-B1C1-479F-B278-059BFD7BF68E}" type="presOf" srcId="{D65F930F-DAC8-45AE-978B-CA6F5E682055}" destId="{FBB60552-1CB6-42EF-BCAE-2A50BD5C5012}" srcOrd="0" destOrd="0" presId="urn:microsoft.com/office/officeart/2005/8/layout/hierarchy1"/>
    <dgm:cxn modelId="{CFBC6CB3-71EF-4AF1-B57C-0DC46EDD49E6}" srcId="{1D9C22A6-1954-4B30-9DB2-C66FDAC2E75F}" destId="{D65F930F-DAC8-45AE-978B-CA6F5E682055}" srcOrd="1" destOrd="0" parTransId="{B16BAD62-D833-44CB-A937-E00765904686}" sibTransId="{510499D1-113A-493C-895C-5079E83D4CF5}"/>
    <dgm:cxn modelId="{08DFE3D6-4AB1-4656-B629-FEFD9FD1C799}" type="presOf" srcId="{DCD7E6F0-A936-422C-8F96-E1F87A1B2A0C}" destId="{74700B74-B295-41AD-BD29-2C6271C4E72C}" srcOrd="0" destOrd="0" presId="urn:microsoft.com/office/officeart/2005/8/layout/hierarchy1"/>
    <dgm:cxn modelId="{6D3D7DDF-0CBF-4563-825B-6380AB39FCC5}" type="presParOf" srcId="{5A02C9F4-BC16-4E7C-9476-27D4CBE5A7B7}" destId="{CBE1E953-BC37-43D8-888A-3E66447BBC82}" srcOrd="0" destOrd="0" presId="urn:microsoft.com/office/officeart/2005/8/layout/hierarchy1"/>
    <dgm:cxn modelId="{7E10AAEF-6E9E-48B0-9789-8913E5308CD4}" type="presParOf" srcId="{CBE1E953-BC37-43D8-888A-3E66447BBC82}" destId="{947C4C8C-E9BA-4BB2-B809-B25CA9D09000}" srcOrd="0" destOrd="0" presId="urn:microsoft.com/office/officeart/2005/8/layout/hierarchy1"/>
    <dgm:cxn modelId="{6D09B6A7-DA54-4B4D-BFAC-1738C5BC1525}" type="presParOf" srcId="{947C4C8C-E9BA-4BB2-B809-B25CA9D09000}" destId="{D1E7A72C-4F7D-4231-8274-E25E6082813E}" srcOrd="0" destOrd="0" presId="urn:microsoft.com/office/officeart/2005/8/layout/hierarchy1"/>
    <dgm:cxn modelId="{672465CE-545A-4381-B8A6-B7AA4FD643B2}" type="presParOf" srcId="{947C4C8C-E9BA-4BB2-B809-B25CA9D09000}" destId="{BC577AE5-6BAC-4C59-BA36-F27A71CE486E}" srcOrd="1" destOrd="0" presId="urn:microsoft.com/office/officeart/2005/8/layout/hierarchy1"/>
    <dgm:cxn modelId="{7EC2BC2A-797E-40A1-B810-E04B1F35C509}" type="presParOf" srcId="{CBE1E953-BC37-43D8-888A-3E66447BBC82}" destId="{105DCE94-6C34-46F8-8670-912FD7DF8ECD}" srcOrd="1" destOrd="0" presId="urn:microsoft.com/office/officeart/2005/8/layout/hierarchy1"/>
    <dgm:cxn modelId="{73157B33-129F-4537-B6F2-232E981A334F}" type="presParOf" srcId="{5A02C9F4-BC16-4E7C-9476-27D4CBE5A7B7}" destId="{289E2969-52AC-445A-80E3-7012BB39C9C2}" srcOrd="1" destOrd="0" presId="urn:microsoft.com/office/officeart/2005/8/layout/hierarchy1"/>
    <dgm:cxn modelId="{B798DBF2-64B0-4149-99CB-DB80A72A5558}" type="presParOf" srcId="{289E2969-52AC-445A-80E3-7012BB39C9C2}" destId="{E2D0D3D4-10F3-488C-B641-77EC59D4D657}" srcOrd="0" destOrd="0" presId="urn:microsoft.com/office/officeart/2005/8/layout/hierarchy1"/>
    <dgm:cxn modelId="{1C15CB87-BF26-4286-9D4F-A4A2D8ADC2C8}" type="presParOf" srcId="{E2D0D3D4-10F3-488C-B641-77EC59D4D657}" destId="{06F7F327-ADA4-492C-A78E-A16836B42266}" srcOrd="0" destOrd="0" presId="urn:microsoft.com/office/officeart/2005/8/layout/hierarchy1"/>
    <dgm:cxn modelId="{1A8A5DCB-1784-4856-A78F-34E83B8030FE}" type="presParOf" srcId="{E2D0D3D4-10F3-488C-B641-77EC59D4D657}" destId="{FBB60552-1CB6-42EF-BCAE-2A50BD5C5012}" srcOrd="1" destOrd="0" presId="urn:microsoft.com/office/officeart/2005/8/layout/hierarchy1"/>
    <dgm:cxn modelId="{BF581A52-8B02-4D3A-8EA8-AC55A6B530E1}" type="presParOf" srcId="{289E2969-52AC-445A-80E3-7012BB39C9C2}" destId="{BB68B7C3-8B8E-46AB-A768-BE09908537C3}" srcOrd="1" destOrd="0" presId="urn:microsoft.com/office/officeart/2005/8/layout/hierarchy1"/>
    <dgm:cxn modelId="{BE77CF91-6194-4D59-8C97-8E2F93521D64}" type="presParOf" srcId="{5A02C9F4-BC16-4E7C-9476-27D4CBE5A7B7}" destId="{CB900299-7638-4AA2-990C-AE78DBF4C732}" srcOrd="2" destOrd="0" presId="urn:microsoft.com/office/officeart/2005/8/layout/hierarchy1"/>
    <dgm:cxn modelId="{41794521-87DE-4DDE-9F26-7358CA98AE8A}" type="presParOf" srcId="{CB900299-7638-4AA2-990C-AE78DBF4C732}" destId="{2253C6D5-3E84-45C5-80BA-6A8CB7AE7DCE}" srcOrd="0" destOrd="0" presId="urn:microsoft.com/office/officeart/2005/8/layout/hierarchy1"/>
    <dgm:cxn modelId="{57ED1EDE-0C76-45F1-9E48-313907384B82}" type="presParOf" srcId="{2253C6D5-3E84-45C5-80BA-6A8CB7AE7DCE}" destId="{DCEADD20-986C-4A5C-A17C-29091754A061}" srcOrd="0" destOrd="0" presId="urn:microsoft.com/office/officeart/2005/8/layout/hierarchy1"/>
    <dgm:cxn modelId="{DA8A353C-AAD8-4CED-AEFA-516B4924C58B}" type="presParOf" srcId="{2253C6D5-3E84-45C5-80BA-6A8CB7AE7DCE}" destId="{D087B9EE-06AB-468E-B734-E4B9FF90160B}" srcOrd="1" destOrd="0" presId="urn:microsoft.com/office/officeart/2005/8/layout/hierarchy1"/>
    <dgm:cxn modelId="{EBDEB668-E8E3-49BC-AB5E-D3660677D280}" type="presParOf" srcId="{CB900299-7638-4AA2-990C-AE78DBF4C732}" destId="{BFD61DE5-39C5-4EDF-9443-13C85199580E}" srcOrd="1" destOrd="0" presId="urn:microsoft.com/office/officeart/2005/8/layout/hierarchy1"/>
    <dgm:cxn modelId="{F31FC242-1BF6-4E94-A797-8326A4A2F78E}" type="presParOf" srcId="{5A02C9F4-BC16-4E7C-9476-27D4CBE5A7B7}" destId="{9B314AC5-42C6-4DFB-8026-75DA59BEAFEA}" srcOrd="3" destOrd="0" presId="urn:microsoft.com/office/officeart/2005/8/layout/hierarchy1"/>
    <dgm:cxn modelId="{6445C2F6-F273-4F08-A4CD-D76329B7650E}" type="presParOf" srcId="{9B314AC5-42C6-4DFB-8026-75DA59BEAFEA}" destId="{C9AA8902-CC03-489D-AA5F-DB5E98487A65}" srcOrd="0" destOrd="0" presId="urn:microsoft.com/office/officeart/2005/8/layout/hierarchy1"/>
    <dgm:cxn modelId="{097713F9-9876-45D0-8975-4A3AB6A84DFB}" type="presParOf" srcId="{C9AA8902-CC03-489D-AA5F-DB5E98487A65}" destId="{4FD29378-BF8B-4719-B3E2-76B2FCD19D73}" srcOrd="0" destOrd="0" presId="urn:microsoft.com/office/officeart/2005/8/layout/hierarchy1"/>
    <dgm:cxn modelId="{29F0636E-0E96-4B6E-B5B2-39A6955808A8}" type="presParOf" srcId="{C9AA8902-CC03-489D-AA5F-DB5E98487A65}" destId="{74700B74-B295-41AD-BD29-2C6271C4E72C}" srcOrd="1" destOrd="0" presId="urn:microsoft.com/office/officeart/2005/8/layout/hierarchy1"/>
    <dgm:cxn modelId="{A45CDCD4-AED2-4433-81E6-E5C60239666D}" type="presParOf" srcId="{9B314AC5-42C6-4DFB-8026-75DA59BEAFEA}" destId="{72F5D041-B2A7-4677-877E-F1A51D056D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7A72C-4F7D-4231-8274-E25E6082813E}">
      <dsp:nvSpPr>
        <dsp:cNvPr id="0" name=""/>
        <dsp:cNvSpPr/>
      </dsp:nvSpPr>
      <dsp:spPr>
        <a:xfrm>
          <a:off x="2864" y="925963"/>
          <a:ext cx="2045606" cy="1298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C577AE5-6BAC-4C59-BA36-F27A71CE486E}">
      <dsp:nvSpPr>
        <dsp:cNvPr id="0" name=""/>
        <dsp:cNvSpPr/>
      </dsp:nvSpPr>
      <dsp:spPr>
        <a:xfrm>
          <a:off x="230154" y="1141889"/>
          <a:ext cx="2045606" cy="1298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Introduction</a:t>
          </a:r>
          <a:endParaRPr lang="en-US" sz="2400" kern="1200"/>
        </a:p>
      </dsp:txBody>
      <dsp:txXfrm>
        <a:off x="268199" y="1179934"/>
        <a:ext cx="1969516" cy="1222869"/>
      </dsp:txXfrm>
    </dsp:sp>
    <dsp:sp modelId="{06F7F327-ADA4-492C-A78E-A16836B42266}">
      <dsp:nvSpPr>
        <dsp:cNvPr id="0" name=""/>
        <dsp:cNvSpPr/>
      </dsp:nvSpPr>
      <dsp:spPr>
        <a:xfrm>
          <a:off x="2503050" y="925963"/>
          <a:ext cx="2045606" cy="1298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BB60552-1CB6-42EF-BCAE-2A50BD5C5012}">
      <dsp:nvSpPr>
        <dsp:cNvPr id="0" name=""/>
        <dsp:cNvSpPr/>
      </dsp:nvSpPr>
      <dsp:spPr>
        <a:xfrm>
          <a:off x="2730339" y="1141889"/>
          <a:ext cx="2045606" cy="1298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Features</a:t>
          </a:r>
          <a:endParaRPr lang="en-US" sz="2400" kern="1200"/>
        </a:p>
      </dsp:txBody>
      <dsp:txXfrm>
        <a:off x="2768384" y="1179934"/>
        <a:ext cx="1969516" cy="1222869"/>
      </dsp:txXfrm>
    </dsp:sp>
    <dsp:sp modelId="{DCEADD20-986C-4A5C-A17C-29091754A061}">
      <dsp:nvSpPr>
        <dsp:cNvPr id="0" name=""/>
        <dsp:cNvSpPr/>
      </dsp:nvSpPr>
      <dsp:spPr>
        <a:xfrm>
          <a:off x="5003235" y="925963"/>
          <a:ext cx="2045606" cy="1298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087B9EE-06AB-468E-B734-E4B9FF90160B}">
      <dsp:nvSpPr>
        <dsp:cNvPr id="0" name=""/>
        <dsp:cNvSpPr/>
      </dsp:nvSpPr>
      <dsp:spPr>
        <a:xfrm>
          <a:off x="5230525" y="1141889"/>
          <a:ext cx="2045606" cy="1298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Tech stack</a:t>
          </a:r>
          <a:endParaRPr lang="en-US" sz="2400" kern="1200"/>
        </a:p>
      </dsp:txBody>
      <dsp:txXfrm>
        <a:off x="5268570" y="1179934"/>
        <a:ext cx="1969516" cy="1222869"/>
      </dsp:txXfrm>
    </dsp:sp>
    <dsp:sp modelId="{4FD29378-BF8B-4719-B3E2-76B2FCD19D73}">
      <dsp:nvSpPr>
        <dsp:cNvPr id="0" name=""/>
        <dsp:cNvSpPr/>
      </dsp:nvSpPr>
      <dsp:spPr>
        <a:xfrm>
          <a:off x="7503421" y="925963"/>
          <a:ext cx="2045606" cy="12989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4700B74-B295-41AD-BD29-2C6271C4E72C}">
      <dsp:nvSpPr>
        <dsp:cNvPr id="0" name=""/>
        <dsp:cNvSpPr/>
      </dsp:nvSpPr>
      <dsp:spPr>
        <a:xfrm>
          <a:off x="7730710" y="1141889"/>
          <a:ext cx="2045606" cy="1298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System overview and user journey</a:t>
          </a:r>
          <a:endParaRPr lang="en-US" sz="2400" kern="1200"/>
        </a:p>
      </dsp:txBody>
      <dsp:txXfrm>
        <a:off x="7768755" y="1179934"/>
        <a:ext cx="1969516" cy="12228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2CC1C-2EFA-41CD-8EE1-D64C4317C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3A9A9-5F67-4774-9AE0-18456713E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956093-EDCF-4DD8-9AE7-E9C61FFE6CA3}" type="datetime1">
              <a:rPr lang="en-GB" smtClean="0"/>
              <a:t>10/09/2025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A631-0269-4E45-A3DF-4FA7D06E9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B2A7-A232-444D-B3CD-C3D1E5A8E2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F9F022-6C35-409F-B2A6-FFC7C9918F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B472-568D-400E-87C6-085D0E89D1DB}" type="datetime1">
              <a:rPr lang="en-GB" noProof="0" smtClean="0"/>
              <a:pPr/>
              <a:t>10/09/2025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5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17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7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82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EA09586C-5A81-443E-A8F0-7DBA8A56A402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640C98F9-CB0E-4FA9-9591-FB0CE9CF7143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DEF7267A-46F7-4D2F-B4E6-AE992D5484B8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016F812-AB39-4F48-B1E8-95605A3EF510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2570B71-EA3C-4900-991E-6BBB6BBDE064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ADE8980-1565-4B47-9723-42A8A150F178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75CEC1F-EF25-4059-ABBA-8FEB7C2BFD5C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26E9C68-1964-4A8A-9427-98F10662CAE8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46A679D-7D96-4BF4-98D0-1033E9142F9A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496CE679-96C2-428D-9AAE-1AD24CC6A009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0FAF51C5-1188-4161-A3AE-51B85A4E9234}" type="datetime1">
              <a:rPr lang="en-GB" noProof="0" smtClean="0"/>
              <a:t>10/09/2025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6715933" cy="3087816"/>
          </a:xfrm>
        </p:spPr>
        <p:txBody>
          <a:bodyPr rtlCol="0"/>
          <a:lstStyle/>
          <a:p>
            <a:r>
              <a:rPr lang="en-GB" dirty="0"/>
              <a:t>Software Bug Tracking &amp; Reporting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979" y="5393767"/>
            <a:ext cx="9500507" cy="8066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Parth Maru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rmAutofit/>
          </a:bodyPr>
          <a:lstStyle/>
          <a:p>
            <a:pPr rtl="0"/>
            <a:r>
              <a:rPr lang="en-GB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 err="1"/>
              <a:t>BugTracker</a:t>
            </a:r>
            <a:endParaRPr lang="en-US" err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smtClean="0"/>
              <a:pPr rtl="0">
                <a:spcAft>
                  <a:spcPts val="600"/>
                </a:spcAft>
              </a:pPr>
              <a:t>2</a:t>
            </a:fld>
            <a:endParaRPr lang="en-GB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76936CB-5759-047B-442A-D3DE9AA31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246216"/>
              </p:ext>
            </p:extLst>
          </p:nvPr>
        </p:nvGraphicFramePr>
        <p:xfrm>
          <a:off x="1167493" y="2087563"/>
          <a:ext cx="9779182" cy="3366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en-GB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GB" dirty="0" err="1"/>
              <a:t>BugTracker</a:t>
            </a:r>
            <a:r>
              <a:rPr lang="en-GB" dirty="0"/>
              <a:t> is a </a:t>
            </a:r>
            <a:r>
              <a:rPr lang="en-GB" dirty="0">
                <a:solidFill>
                  <a:srgbClr val="FFFFFF"/>
                </a:solidFill>
                <a:ea typeface="+mn-lt"/>
                <a:cs typeface="+mn-lt"/>
              </a:rPr>
              <a:t>comprehensive web-based bug tracking and reporting</a:t>
            </a:r>
            <a:r>
              <a:rPr lang="en-GB" dirty="0"/>
              <a:t> system designed for software development teams.</a:t>
            </a:r>
          </a:p>
          <a:p>
            <a:pPr marL="342900" indent="-342900">
              <a:buChar char="•"/>
            </a:pPr>
            <a:r>
              <a:rPr lang="en-GB" dirty="0"/>
              <a:t>Eliminates the manual, time consuming process of checking duplicate bugs and assigning bugs to teams and users.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en-GB" dirty="0" err="1"/>
              <a:t>BugTracker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143" y="606319"/>
            <a:ext cx="6245912" cy="812114"/>
          </a:xfrm>
        </p:spPr>
        <p:txBody>
          <a:bodyPr rtlCol="0"/>
          <a:lstStyle/>
          <a:p>
            <a:r>
              <a:rPr lang="en-GB" dirty="0"/>
              <a:t>Features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143" y="1417832"/>
            <a:ext cx="7069695" cy="25388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GB" dirty="0"/>
              <a:t>Basic Features:</a:t>
            </a:r>
          </a:p>
          <a:p>
            <a:pPr marL="342900" indent="-342900">
              <a:buChar char="•"/>
            </a:pPr>
            <a:r>
              <a:rPr lang="en-GB" sz="2000" dirty="0"/>
              <a:t>Encrypted authentication.</a:t>
            </a:r>
          </a:p>
          <a:p>
            <a:pPr marL="342900" indent="-342900">
              <a:buChar char="•"/>
            </a:pPr>
            <a:r>
              <a:rPr lang="en-GB" sz="2000" dirty="0"/>
              <a:t>Project and teams-based workflows.</a:t>
            </a:r>
          </a:p>
          <a:p>
            <a:pPr marL="342900" indent="-342900">
              <a:buChar char="•"/>
            </a:pPr>
            <a:r>
              <a:rPr lang="en-GB" sz="2000" dirty="0"/>
              <a:t>Detailed bug creation along with feature to attach documents.</a:t>
            </a:r>
          </a:p>
          <a:p>
            <a:pPr marL="342900" indent="-342900">
              <a:buChar char="•"/>
            </a:pPr>
            <a:r>
              <a:rPr lang="en-GB" sz="2000" dirty="0"/>
              <a:t>Bug comments and user notifications.</a:t>
            </a:r>
          </a:p>
          <a:p>
            <a:pPr marL="342900" indent="-342900">
              <a:buChar char="•"/>
            </a:pPr>
            <a:r>
              <a:rPr lang="en-GB" sz="2000" dirty="0"/>
              <a:t>In-depth analytics of bugs and users based on projects.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F4DD9FF-499E-3501-955A-8DB785A9966B}"/>
              </a:ext>
            </a:extLst>
          </p:cNvPr>
          <p:cNvSpPr txBox="1">
            <a:spLocks/>
          </p:cNvSpPr>
          <p:nvPr/>
        </p:nvSpPr>
        <p:spPr>
          <a:xfrm>
            <a:off x="599084" y="4165151"/>
            <a:ext cx="7069695" cy="253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Advanced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Real time duplicate bug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Automatic teams and user assignment.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Gamification and leaderboard.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AF7E-7CF0-0A0A-3C94-79F641C8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en-GB" dirty="0"/>
              <a:t>Tech Stack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380B568-8D38-E44C-C2B9-0CF67C39F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dirty="0" err="1"/>
              <a:t>BugTracker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F939E-57DA-00F0-27BC-8804A00C172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GB" dirty="0"/>
              <a:t>Java</a:t>
            </a:r>
          </a:p>
          <a:p>
            <a:pPr marL="342900" indent="-342900">
              <a:buChar char="•"/>
            </a:pPr>
            <a:r>
              <a:rPr lang="en-GB" dirty="0" err="1"/>
              <a:t>SpringBoot</a:t>
            </a:r>
            <a:endParaRPr lang="en-GB"/>
          </a:p>
          <a:p>
            <a:pPr marL="342900" indent="-342900">
              <a:buChar char="•"/>
            </a:pPr>
            <a:r>
              <a:rPr lang="en-GB" dirty="0"/>
              <a:t>JWT encryption</a:t>
            </a:r>
          </a:p>
          <a:p>
            <a:pPr marL="342900" indent="-342900">
              <a:buChar char="•"/>
            </a:pPr>
            <a:r>
              <a:rPr lang="en-GB" dirty="0"/>
              <a:t>Web-Sockets</a:t>
            </a:r>
          </a:p>
          <a:p>
            <a:pPr marL="342900" indent="-342900"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3318C9A-225A-424E-B06D-1EACE54514B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Frontend Tech</a:t>
            </a:r>
          </a:p>
          <a:p>
            <a:pPr marL="342900" indent="-342900">
              <a:buChar char="•"/>
            </a:pPr>
            <a:endParaRPr lang="en-US" b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ADF86304-C659-FC4C-367F-1E6B29CDAE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Backend Tech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123C120-D96D-85A7-C5B3-07A874AE66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dirty="0"/>
              <a:t>Postgres DB</a:t>
            </a:r>
          </a:p>
          <a:p>
            <a:pPr marL="342900" indent="-342900">
              <a:buChar char="•"/>
            </a:pPr>
            <a:r>
              <a:rPr lang="en-US" dirty="0"/>
              <a:t>Flyway DB migration</a:t>
            </a:r>
          </a:p>
          <a:p>
            <a:pPr marL="342900" indent="-342900">
              <a:buChar char="•"/>
            </a:pPr>
            <a:r>
              <a:rPr lang="en-US" dirty="0"/>
              <a:t>DB caching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A6F19A8E-2160-754A-A459-974A4DE24B0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Database</a:t>
            </a:r>
          </a:p>
        </p:txBody>
      </p:sp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CF356D09-2CE8-8C34-CB2E-C8ABC507B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5</a:t>
            </a:fld>
            <a:endParaRPr lang="en-GB" noProof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8F35335-3E9C-EB5F-A2D7-AEE13930E819}"/>
              </a:ext>
            </a:extLst>
          </p:cNvPr>
          <p:cNvSpPr txBox="1">
            <a:spLocks/>
          </p:cNvSpPr>
          <p:nvPr/>
        </p:nvSpPr>
        <p:spPr>
          <a:xfrm>
            <a:off x="1180647" y="2524259"/>
            <a:ext cx="3173279" cy="2828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Tailwind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err="1"/>
              <a:t>Shadcn</a:t>
            </a:r>
            <a:r>
              <a:rPr lang="en-GB"/>
              <a:t> 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Radix UI</a:t>
            </a:r>
          </a:p>
        </p:txBody>
      </p:sp>
    </p:spTree>
    <p:extLst>
      <p:ext uri="{BB962C8B-B14F-4D97-AF65-F5344CB8AC3E}">
        <p14:creationId xmlns:p14="http://schemas.microsoft.com/office/powerpoint/2010/main" val="151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0C8769-CC99-8A0E-CCA1-69D4471E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807405" cy="921045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System Architecture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84844-B1F0-E02B-28B1-3FECF26A5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 err="1"/>
              <a:t>BugTracker</a:t>
            </a:r>
            <a:endParaRPr lang="en-US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A32AF6-5486-DEE9-850C-5F537D5F1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6</a:t>
            </a:fld>
            <a:endParaRPr lang="en-GB" noProof="0"/>
          </a:p>
        </p:txBody>
      </p:sp>
      <p:pic>
        <p:nvPicPr>
          <p:cNvPr id="6" name="Content Placeholder 5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D0A24C7A-08CD-B537-609A-F63DBDA32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268" y="1306746"/>
            <a:ext cx="8997853" cy="491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2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4C3EA-BA70-4BA1-1499-D5E0FEFA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B550973-105E-84D1-D7D4-1148ADE9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807405" cy="921045"/>
          </a:xfrm>
        </p:spPr>
        <p:txBody>
          <a:bodyPr anchor="b">
            <a:normAutofit/>
          </a:bodyPr>
          <a:lstStyle/>
          <a:p>
            <a:r>
              <a:rPr lang="en-US" dirty="0"/>
              <a:t>System Overview &amp; User Journey</a:t>
            </a:r>
          </a:p>
        </p:txBody>
      </p:sp>
      <p:pic>
        <p:nvPicPr>
          <p:cNvPr id="5" name="Content Placeholder 4" descr="A diagram of a bug&#10;&#10;AI-generated content may be incorrect.">
            <a:extLst>
              <a:ext uri="{FF2B5EF4-FFF2-40B4-BE49-F238E27FC236}">
                <a16:creationId xmlns:a16="http://schemas.microsoft.com/office/drawing/2014/main" id="{27BCEC6D-C068-6E37-AA7D-AEF222677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623" y="1523117"/>
            <a:ext cx="9811144" cy="4730887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E4585-980A-E290-C6C5-F478BB277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 err="1"/>
              <a:t>BugTracker</a:t>
            </a:r>
            <a:endParaRPr lang="en-US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812E5C-8323-8412-B1B7-13FC12875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9871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FAEA-B898-742B-1BA0-8C2A584A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158" y="2789295"/>
            <a:ext cx="3946591" cy="1024526"/>
          </a:xfrm>
        </p:spPr>
        <p:txBody>
          <a:bodyPr anchor="b">
            <a:normAutofit/>
          </a:bodyPr>
          <a:lstStyle/>
          <a:p>
            <a:r>
              <a:rPr lang="en-GB" dirty="0"/>
              <a:t>Thank You </a:t>
            </a:r>
            <a:r>
              <a:rPr lang="en-GB" b="0" dirty="0">
                <a:ea typeface="+mj-lt"/>
                <a:cs typeface="+mj-lt"/>
              </a:rPr>
              <a:t>😊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E78BD-0E0E-2908-9386-9CA9F56DE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 err="1"/>
              <a:t>BugTracker</a:t>
            </a:r>
            <a:endParaRPr lang="en-US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76452-C90D-5E0F-F6AF-4A37B6904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3379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436</Words>
  <Application>Microsoft Office PowerPoint</Application>
  <PresentationFormat>Widescreen</PresentationFormat>
  <Paragraphs>156</Paragraphs>
  <Slides>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Software Bug Tracking &amp; Reporting Tool</vt:lpstr>
      <vt:lpstr>Agenda</vt:lpstr>
      <vt:lpstr>Introduction</vt:lpstr>
      <vt:lpstr>Features</vt:lpstr>
      <vt:lpstr>Tech Stack</vt:lpstr>
      <vt:lpstr>System Architecture</vt:lpstr>
      <vt:lpstr>System Overview &amp; User Journey</vt:lpstr>
      <vt:lpstr>Thank You 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220</cp:revision>
  <dcterms:created xsi:type="dcterms:W3CDTF">2025-08-29T09:23:23Z</dcterms:created>
  <dcterms:modified xsi:type="dcterms:W3CDTF">2025-09-11T04:54:32Z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